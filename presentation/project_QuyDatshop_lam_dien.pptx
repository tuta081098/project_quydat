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bìa: Giới thiệu đồ án Web Shop Giày Lam Điền – hệ thống bán hàng trực tuyến fullstack với trang quản trị admin. Sinh viên thực hiện: Quý Đạt.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lục gồm 16 phần chính, bao quát toàn bộ khía cạnh kỹ thuật và chức năng của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Shop Lam Điền là website bán giày dép trực tuyến. Gồm 2 phần chính: Web Shop cho khách hàng mua sắm và Admin Dashboard để quản trị viên quản lý toàn bộ nghiệp vụ kinh doanh.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công nghệ: Next.js 16 (App Router) + React 19 cho frontend, API Routes cho backend, Prisma ORM kết nối MongoDB Atlas, NextAuth cho OAuth2 Google login, Cloudinary cho upload ảnh sản phẩm, TailwindCSS 4 cho styling.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Kiến trúc 3 tầng: Client Layer (React Components) → Server Layer (Next.js App Router + Middleware + API Routes) → Data Layer (Prisma + MongoDB + Cloudinary). Middleware bảo vệ tất cả route /admin bằng JWT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Cấu trúc thư mục: Trang chủ Web Shop (page.tsx ~2126 dòng), Admin Dashboard (admin/page.tsx ~1500 dòng). API Routes tổ chức theo feature: admin (CRUD), auth (đăng nhập/đăng ký), orders (đặt hàng/tra cứu), reviews (đánh giá).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Database gồm 7 models (User, Account, Category, Product, Order, OrderItem, Review). Sử dụng MongoDB qua Prisma ORM. Category hỗ trợ cây phân cấp (parent-child). OrderItem lưu snapshot giá và tên sản phẩm tại thời điểm mua.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RESTful tổ chức theo module: Admin Auth (JWT-based), Admin CRUD (dashboard, categories, products, orders, customers, reviews), User Auth (login/register/me + Google OAuth), Shop (orders với Prisma transaction, tra cứu, đánh giá).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 Shop có 4 nhóm chức năng chính: Hiển thị sản phẩm theo danh mục phân cấp, Tìm kiếm thông minh với Vietnamese normalization và scoring, Giỏ hàng đồng bộ DB + thanh toán COD/QR, và Tài khoản người dùng (email/Google OAuth).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Dashboard gồm 6 tab: Tổng quan (KPI, biểu đồ, alerts), Danh mục, Sản phẩm, Đơn hàng, Khách hàng, Đánh giá. Dashboard hiển thị doanh thu thực tế (chỉ tính đơn DELIVERED), biểu đồ 7 ngày, phễu trạng thái đơn, phân tích thanh toán QR vs COD.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Bảo mật: Admin dùng JWT custom (HMAC-SHA256) lưu trong HttpOnly Cookie, Middleware verify mỗi request. User dùng bcrypt hash password, Google OAuth2 qua NextAuth. Validate phone regex, email unique, Prisma Transaction cho đặt hàng atomic.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Luồng đặt hàng: Chọn sản phẩm → Thêm giỏ hàng → Checkout (COD hoặc QR) → API tạo đơn hàng bằng Prisma Transaction (atomic: tạo order + trừ stock) → Admin xử lý đơn (PENDING → SHIPPING → DELIVERED). Khi DELIVERED, hệ thống tự động đánh dấu đã thanh toán.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Giỏ hàng đồng bộ 2 chiều: localStorage (guest) + MongoDB (logged-in user). Mỗi thay đổi cart gọi PATCH /api/auth/me để lưu cartData. Khi load trang, nếu có user → lấy cartData từ DB, nếu guest → lấy từ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API trả về: tổng doanh thu (chỉ đơn DELIVERED), doanh thu hôm nay, thống kê trạng thái đơn, biểu đồ 7 ngày, phân tích thanh toán QR vs COD, top 5 sản phẩm bán chạy, đơn gần nhất, đánh giá gần nhất, sản phẩm sắp hết hàng, KPIs (AOV, delivery rate, paid rate).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Tìm kiếm thông minh: Normalize tiếng Việt (bỏ dấu), tokenize query, tìm trong name+category+description+sizes. Scoring hệ thống: exact match (200 điểm) &gt; startsWith (120) &gt; includes (80) &gt; category match (30). Kết hợp các bộ lọc: tab, sub-category, size, khoảng giá, quick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Hệ thống đánh giá: User phải đăng nhập + đã mua sản phẩm + đơn hàng trạng thái DELIVERED mới được đánh giá. API kiểm tra bằng cách tìm đơn hàng theo email/SĐT, lọc OrderItems có productId. Rating 1-5 sao, comment tùy chọn.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 ảnh: Client-side upload trực tiếp lên Cloudinary (unsigned preset 'lamdien_shop'). Nhận secure_url, lưu vào product.image trong MongoDB. Web Shop load ảnh từ Cloudinary CDN. Admin có loading state khi đang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UI/UX: Mobile-first responsive với TailwindCSS, mobile menu drawer, filter bottom sheet. Toast notifications, loading spinners, chống double-click. Font Inter hỗ trợ tiếng Việt. Color palette teal/slate/emerald. Glassmorphism effects trên login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Tổng kết: Dự án hoàn thiện fullstack web bán giày với ~3600 dòng code frontend, 6 database models, 18+ API endpoints, 3 phương thức xác thực, 2 phương thức thanh toán. Hướng phát triển: tích hợp thanh toán thực, realtime notification, SEO, Docker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cảm ơn và Q&amp;A. Sẵn sàng trả lời các câu hỏi về kiến trúc, công nghệ, và triển khai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2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1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Arial"/>
              </a:defRPr>
            </a:pPr>
            <a:r>
              <a:t>BÁO CÁO 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WEB SHOP GIÀY LAM ĐIỀN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rial"/>
              </a:defRPr>
            </a:pPr>
            <a:r>
              <a:t>Hệ thống E-Commerce &amp; Trang quản trị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8288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Sinh viên: Quý Đạt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Công nghệ: Next.js 16 · React 19 · MongoDB · Prisma · TailwindCSS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504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B8A6"/>
                </a:solidFill>
                <a:latin typeface="Arial"/>
              </a:defRPr>
            </a:pPr>
            <a:r>
              <a:t>Next.js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54864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5504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B8A6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4864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504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B8A6"/>
                </a:solidFill>
                <a:latin typeface="Arial"/>
              </a:defRPr>
            </a:pPr>
            <a:r>
              <a:t>MongoDB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54864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5504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B8A6"/>
                </a:solidFill>
                <a:latin typeface="Arial"/>
              </a:defRPr>
            </a:pPr>
            <a:r>
              <a:t>Prisma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4864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5504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B8A6"/>
                </a:solidFill>
                <a:latin typeface="Arial"/>
              </a:defRPr>
            </a:pPr>
            <a:r>
              <a:t>TailwindCSS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MỤC LỤC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Nội dung trình bày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64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Giới thiệu dự 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67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Công nghệ sử dụng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70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Kiến trúc hệ thống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72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72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Cơ sở dữ liệu (Database)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75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75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REST API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8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78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Chức năng Web Shop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Chức năng Admin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6636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84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84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Xác thực &amp; Bảo mật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6459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6642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664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Luồng đặt hàng &amp; Thanh toán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1488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1671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167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Giỏ hàng &amp; Đồng bộ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65176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670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670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Dashboard &amp; Báo cáo KPI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1546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172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172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Tìm kiếm &amp; Lọc sản phẩm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6576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675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675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Đánh giá sản phẩm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1605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178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178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Upload ảnh Cloudinary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6634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Responsive &amp; UI/UX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16636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184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184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255"/>
                </a:solidFill>
                <a:latin typeface="Arial"/>
              </a:defRPr>
            </a:pPr>
            <a:r>
              <a:t>Tổng kết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01 — GIỚI THIỆU DỰ 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Mục đích &amp; Phạm 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303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🎯  Mục đích dự 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Xây dựng website bán giày Lam Điền fullstack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Cung cấp giao diện mua sắm cho khách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Trang Admin quản trị toàn bộ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Hỗ trợ đăng nhập Google (OAuth2) &amp; tài khoản cục bộ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Quản lý đơn hàng, sản phẩm, khách hàng, đánh giá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Thanh toán COD &amp; VietQR chuyển khoản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Theo dõi doanh thu, KPIs, biểu đồ 7 ngày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📦  Phạm vi hệ thống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Web Shop: Trang chủ hiển thị sản phẩm theo danh mục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Giỏ hàng: Thêm/xóa sản phẩm, chọn size, số lượng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Checkout: Đặt hàng với COD hoặc QR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Tra cứu đơn hàng bằng số điện thoại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632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Admin Dashboard: Thống kê doanh thu, 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CRUD: Danh mục, Sản phẩm, Đơn hàng, Đánh giá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118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Quản lý khách hàng &amp; trạng thái tài khoản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10881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💡  Dự án áp dụng kiến trúc Fullstack Monorepo — Frontend &amp; Backend cùng trong 1 project Next.js, sử dụng Server Components, API Routes, Middleware bảo vệ admin, và Prisma ORM kết nối MongoDB Atlas.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02 — CÔNG NGHỆ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4747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5E5E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Next.js 16.2.2 – App Router, SSR/SSG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React 19.2.4 – Client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TailwindCSS 4 – Utility-first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Lucide React – Icon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ShadCN UI – Component Library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19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19" y="1463040"/>
            <a:ext cx="34747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5E5E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1965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Next.js API Routes – RESTful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240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Prisma 5 – ORM &amp; Schema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2514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bcryptjs – Hash mật khẩu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2788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NextAuth.js 4 – OAuth2 (Google)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3063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JWT tùy chỉnh – Admin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8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58" y="146304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8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5E5E"/>
                </a:solidFill>
                <a:latin typeface="Arial"/>
              </a:defRPr>
            </a:pPr>
            <a:r>
              <a:t>Database &amp;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1965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MongoDB Atlas – Cloud NoSQL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2240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Cloudinary – CDN lưu trữ hình ảnh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2514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Environment Variables (.env)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2788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Middleware – Bảo vệ route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3063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TypeScript 5 – Type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03 — KIẾN TRÚC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System Architecture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1005840"/>
          </a:xfrm>
          <a:prstGeom prst="roundRect">
            <a:avLst>
              <a:gd name="adj" fmla="val 3000"/>
            </a:avLst>
          </a:prstGeom>
          <a:solidFill>
            <a:srgbClr val="CCFBF1"/>
          </a:solidFill>
          <a:ln w="12700">
            <a:solidFill>
              <a:srgbClr val="0D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5E5E"/>
                </a:solidFill>
                <a:latin typeface="Arial"/>
              </a:defRPr>
            </a:pPr>
            <a:r>
              <a:t>CLIENT (Browser)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React 19 Components  ·  TailwindCSS  ·  Client-Side State  ·  LocalStorage (Cart)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82F6"/>
                </a:solidFill>
                <a:latin typeface="Arial"/>
              </a:defRPr>
            </a:pPr>
            <a:r>
              <a:t>NEXT.JS SERVER (App Router)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Middleware (JWT Verify)  →  API Routes (/api/*)  →  Server Components  ·  NextAuth Handler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100584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Prisma ORM  →  MongoDB Atlas  ·  Cloudinary CDN (Images)  ·  Environment Config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760720" y="2651760"/>
            <a:ext cx="365760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760720" y="4160520"/>
            <a:ext cx="365760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📐  Kiến trúc Fullstack Monorepo  ·  SSR + Client Components  ·  RESTful API  ·  JWT Authentication  ·  MongoDB Atlas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03.1 — CẤU TRÚC SOURCE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Tổ chức thư mục dự án shop-lam-dien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shop-lam-dien/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├── prisma/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└── schema.prisma          # 6 models: User, Account, Category, Product, Order, OrderItem, Review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├── src/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├── app/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├── page.tsx            # Trang chủ Web Shop (2126 dòng)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├── layout.tsx          # Root Layout – Font, Metadata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├── globals.css         # TailwindCSS + ShadCN design tokens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├── admin/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│   ├── page.tsx        # Admin Dashboard (1500 dòng)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│   ├── layout.tsx      # Admin metadata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│   └── login/page.tsx  # Trang đăng nhập Admin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└── api/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    ├── admin/          # auth/login, categories, products, orders, customers, dashboard, reviews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    ├── auth/           # [...nextauth], login, register, 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    ├── orders/         # POST đặt hàng, GET tra cứu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    └── reviews/        # POST đánh giá sản phẩm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├── lib/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├── auth.ts             # JWT createToken / verifyToken (HMAC-SHA256)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│   └── prisma.ts           # Prisma Client Singleton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│   └── middleware.ts           # Bảo vệ /admin/* bằng JWT Cookie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├── package.json                # Dependencies &amp; scripts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4255"/>
                </a:solidFill>
                <a:latin typeface="Courier New"/>
              </a:defRPr>
            </a:pPr>
            <a:r>
              <a:t>└── .env                        # MongoDB URL, Google OAuth, Cloudinary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04 — CƠ SỞ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MongoDB + Prisma ORM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383280" cy="411480"/>
          </a:xfrm>
          <a:prstGeom prst="roundRect">
            <a:avLst>
              <a:gd name="adj" fmla="val 4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📋 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id, email, password,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phone, address, role,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cartData, accounts[], reviews[]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Google OAuth (Account relation)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463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1463040"/>
            <a:ext cx="3383280" cy="411480"/>
          </a:xfrm>
          <a:prstGeom prst="roundRect">
            <a:avLst>
              <a:gd name="adj" fmla="val 4000"/>
            </a:avLst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📋 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id, name, slug,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40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isHeaderMenu, parentId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514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Cây danh mục cha-con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88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Đếm sản phẩm (_count)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463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0" y="1463040"/>
            <a:ext cx="338328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📋 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id, name, slug, 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240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discountPrice, stock, sizes[]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514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image (Cloudinary URL)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788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categoryId → 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3383280" cy="4114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📋 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43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id, customerName/Email/Phone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address, totalAmount,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paymentMethod (COD/QR)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paymentStatus (PENDING/PAID)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14800" y="3840480"/>
            <a:ext cx="3383280" cy="41148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📋  OrderItem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343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id, quantity, price (snapshot)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617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productName (snapshot)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size, orderId → Order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166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productId → Product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72400" y="3840480"/>
            <a:ext cx="3383280" cy="41148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📋 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343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id, rating (1-5 sao)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4617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comment, productId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userId → 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0" y="5166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  · Chỉ đánh giá khi DELIVERED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05 — REST API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Danh sách API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5E5E"/>
                </a:solidFill>
                <a:latin typeface="Arial"/>
              </a:defRPr>
            </a:pPr>
            <a:r>
              <a:t>🔐 Admin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/api/admin/auth/login  →  Đăng nhập Admin (ENV credentials + JWT Cookie)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5E5E"/>
                </a:solidFill>
                <a:latin typeface="Arial"/>
              </a:defRPr>
            </a:pPr>
            <a:r>
              <a:t>📊 Admin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/api/admin/dashboard    →  Thống kê: doanh thu, KPIs, biểu đồ 7 ngày, top sản phẩm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/api/admin/categories   →  Danh sách danh mục (include parent, _count products)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/api/admin/categories   →  Thêm danh mục mới (tự tạo header menu nếu chưa có)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/api/admin/products     →  Danh sách sản phẩm (include category, reviews)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38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/api/admin/products     →  Thêm sản phẩm (name, price, sizes, image, stock)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PATCH /api/admin/orders       →  Cập nhật trạng thái đơn hàng &amp; thanh toán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/api/admin/customers    →  Danh sách khách hàng (role=USER)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/api/admin/reviews      →  Danh sách đánh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62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5E5E"/>
                </a:solidFill>
                <a:latin typeface="Arial"/>
              </a:defRPr>
            </a:pPr>
            <a:r>
              <a:t>👤 User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03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/api/auth/login         →  Đăng nhập (bcrypt compare)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5721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/api/auth/register      →  Đăng ký (bcrypt hash + validate)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04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/api/auth/me            →  Lấy profile user theo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5099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PATCH /api/auth/me            →  Cập nhật profile &amp; đồng bộ giỏ hàng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NextAuth [...nextauth]        →  Google OAuth2 (PrismaAdapter + JWT Session)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81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5E5E"/>
                </a:solidFill>
                <a:latin typeface="Arial"/>
              </a:defRPr>
            </a:pPr>
            <a:r>
              <a:t>🛒 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6294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/api/orders             →  Đặt hàng (Transaction: tạo order + trừ stock)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8762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GET   /api/orders/track       →  Tra cứu đơn hàng bằng SĐT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71231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Courier New"/>
              </a:defRPr>
            </a:pPr>
            <a:r>
              <a:t>POST  /api/reviews            →  Gửi đánh giá (kiểm tra đã mua &amp; DELIVERED)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06 — CHỨC NĂNG WEB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Giao diện mua sắm cho khách hàng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5E5E"/>
                </a:solidFill>
                <a:latin typeface="Arial"/>
              </a:defRPr>
            </a:pPr>
            <a:r>
              <a:t>Hiển thị sản phẩm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Phân loại theo tab: Tất cả, Nam, Nữ, Trẻ em, Phụ kiện, BST, Giảm giá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Danh mục con (Sub-categories) dynamic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Hiển thị giá gốc / giá khuyến mãi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Hình ảnh sản phẩm từ Cloudinary CDN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6304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5E5E"/>
                </a:solidFill>
                <a:latin typeface="Arial"/>
              </a:defRPr>
            </a:pPr>
            <a:r>
              <a:t>Tìm kiếm &amp; Lọc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Tìm kiếm thông minh (normalize Vietnamese)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240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Scoring: exact match &gt; starts with &gt; contains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Lọc theo size (35-44), khoảng giá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88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Quick filter: Tất cả, Bán chạy, Giảm giá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46304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5E5E"/>
                </a:solidFill>
                <a:latin typeface="Arial"/>
              </a:defRPr>
            </a:pPr>
            <a:r>
              <a:t>Giỏ hàng &amp; Checkout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Thêm/xóa, chọn size, cập nhật số lượng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40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Kiểm tra tồn kho 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Đồng bộ giỏ hàng lên DB (cartData)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88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Thanh toán COD hoặc QR VietQR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46304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146304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5E5E"/>
                </a:solidFill>
                <a:latin typeface="Arial"/>
              </a:defRPr>
            </a:pPr>
            <a:r>
              <a:t>Tài khoản &amp; Khác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965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Đăng ký/Đăng nhập email hoặc Google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240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Cập nhật profile (tên, SĐT, địa chỉ)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Tra cứu đơn hàng bằng SĐT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788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▸ Đánh giá sản phẩm (1-5 sao, comment)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07 — CHỨC NĂNG TRANG 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Hệ thống quản trị Shop Lam Điền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📊 Tổng quan (Dashboard)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4 KPI cards: Doanh thu, Đơn hàng, AOV, Khách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Biểu đồ cột doanh thu 7 ngày gần nhất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Phễu trạng thái đơn hàng (Pending → Shipping → Delivered)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Phân tích thanh toán: VietQR vs COD, Đã thu / Chưa thu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Top 5 sản phẩm bán chạy nhất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Đơn hàng gần nhất với Quick Action buttons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📦 Quản lý 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Danh mục: Thêm/Sửa/Xóa, thuộc Header Tab (NAM, NỮ, 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Sản phẩm: Thêm/Sửa/Xóa, upload ảnh Cloudinary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Đơn hàng: Cập nhật trạng thái (PENDING→SHIPPING→DELIVERED)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Tự động đánh dấu 'Đã thanh toán' khi giao thành công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Khách hàng: Danh sách users, email, SĐT, ngày tạo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Đánh giá: Duyệt/Xóa review của khách hàng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08 — XÁC THỰC &amp; BẢO MẬT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Authentication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🔐  Admin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Đăng nhập bằng username/password (lưu trong ENV)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Tạo JWT token tùy chỉnh (HMAC-SHA256)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Token lưu trong HttpOnly Cookie (không truy cập từ JS)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Middleware kiểm tra &amp; verify token mỗi request /admin/*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Token hết hạn sau 24 giờ → redirect /admin/login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Cookie: Secure (production), SameSite: Strict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👤  User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Đăng ký: Validate input + bcrypt hash password (salt=10)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Đăng nhập: bcrypt compare + kiểm tra status (BANNED)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Google OAuth2: NextAuth.js + PrismaAdapter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Tự động tạo Account record khi đăng nhập Google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Session strategy: JWT (NextAuth callbacks)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Password không bao giờ trả về cho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11064240" cy="10972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1D1D"/>
                </a:solidFill>
                <a:latin typeface="Arial"/>
              </a:defRPr>
            </a:pPr>
            <a:r>
              <a:t>⚠️  Các biện pháp bảo mật chính:</a:t>
            </a:r>
            <a:br/>
            <a:r>
              <a:t>   ▸ JWT Middleware bảo vệ toàn bộ /admin/*  ·  HttpOnly Cookie chống XSS  ·  bcrypt hash password</a:t>
            </a:r>
            <a:br/>
            <a:r>
              <a:t>   ▸ Validate dữ liệu đầu vào (phone regex, email unique)  ·  Prisma Transaction cho đặt hàng  ·  Soft delete sản phẩm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09 — LUỒNG ĐẶT HÀNG &amp; THANH TOÁN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Order Flow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0D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5E5E"/>
                </a:solidFill>
                <a:latin typeface="Arial"/>
              </a:defRPr>
            </a:pPr>
            <a:r>
              <a:t>1. Chọn SP</a:t>
            </a:r>
            <a:br/>
            <a:r>
              <a:t>&amp; Size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22402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82F6"/>
                </a:solidFill>
                <a:latin typeface="Arial"/>
              </a:defRPr>
            </a:pPr>
            <a:r>
              <a:t>2. Thêm vào</a:t>
            </a:r>
            <a:br/>
            <a:r>
              <a:t>Giỏ hàng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40" y="22402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3. Checkout</a:t>
            </a:r>
            <a:br/>
            <a:r>
              <a:t>(COD/QR)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97880" y="22402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4. API tạo</a:t>
            </a:r>
            <a:br/>
            <a:r>
              <a:t>Đơn hàng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18120" y="22402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B2777"/>
                </a:solidFill>
                <a:latin typeface="Arial"/>
              </a:defRPr>
            </a:pPr>
            <a:r>
              <a:t>5. Trừ tồn kho</a:t>
            </a:r>
            <a:br/>
            <a:r>
              <a:t>(Transaction)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38360" y="22402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0" y="18288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19659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366F1"/>
                </a:solidFill>
                <a:latin typeface="Arial"/>
              </a:defRPr>
            </a:pPr>
            <a:r>
              <a:t>6. Admin</a:t>
            </a:r>
            <a:br/>
            <a:r>
              <a:t>xử lý đơn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7472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5E"/>
                </a:solidFill>
                <a:latin typeface="Arial"/>
              </a:defRPr>
            </a:pPr>
            <a:r>
              <a:t>Thanh toán COD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Đơn hàng tạo với paymentStatus='PENDING'. Khi admin cập nhật status='DELIVERED', hệ thống tự động đánh dấu 'Đã thanh toán'.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3308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788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5E"/>
                </a:solidFill>
                <a:latin typeface="Arial"/>
              </a:defRPr>
            </a:pPr>
            <a:r>
              <a:t>Thanh toán QR (VietQR)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1788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Hiển thị mã QR, sau khi user xác nhận đã chuyển khoản → paymentStatus='PAID' ngay khi tạo đơn.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91456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3717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5E"/>
                </a:solidFill>
                <a:latin typeface="Arial"/>
              </a:defRPr>
            </a:pPr>
            <a:r>
              <a:t>Prisma 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8371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API /api/orders sử dụng prisma.$transaction: Tạo Order + OrderItems + Trừ stock atomically. Nếu hết hàng → rollback toàn bộ.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10 — GIỎ HÀNG &amp; ĐỒNG BỘ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Cart Synchronization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🛒  Cơ chế Giỏ hàng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Cart ID = productId + '_' + size (unique per 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Lưu localStorage (lamdien_cart) cho guest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Khi đăng nhập: Đồng bộ lên DB (user.cartData)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Mỗi lần thay đổi cart → PATCH /api/auth/me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Kiểm tra tồn kho trước khi thêm 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Hỗ trợ tăng/giảm số lượng, xóa từng item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🔄  Luồng đồng bộ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1. Khi load trang → getSession() kiểm tra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2. Nếu có user → fetch /api/auth/me lấy cartData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3. Parse cartData JSON → setCart(state)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4. Nếu guest → load từ localStorage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5. Khi thay đổi cart → lưu localStorage + PATCH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255"/>
                </a:solidFill>
                <a:latin typeface="Arial"/>
              </a:defRPr>
            </a:pPr>
            <a:r>
              <a:t>▸ 6. Khi logout → xóa localStorage + reset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97680"/>
            <a:ext cx="1106424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const saveCart = (newCart) =&gt;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setCart(newCart);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localStorage.setItem("lamdien_cart", JSON.stringify(newCart));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if (currentUser?.id)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  fetch('/api/auth/me',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    method: 'PATCH',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    body: JSON.stringify({ id: currentUser.id, cartData: JSON.stringify(newCart) 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  });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4B8A6"/>
                </a:solidFill>
                <a:latin typeface="Courier New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11 — DASHBOARD &amp; BÁO CÁO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Admin Dashboard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💰 Doanh thu thực tế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Tổng tiền các đơn DELIVERED</a:t>
            </a:r>
            <a:br/>
            <a:r>
              <a:t>+ Doanh thu hôm nay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73152" cy="13716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Arial"/>
              </a:defRPr>
            </a:pPr>
            <a:r>
              <a:t>📦 Đơn hàng hoàn tất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Delivered / Tổng đơn</a:t>
            </a:r>
            <a:br/>
            <a:r>
              <a:t>+ Tỷ lệ giao thành công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73152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Arial"/>
              </a:defRPr>
            </a:pPr>
            <a:r>
              <a:t>📊 Giá trị đơn TB (AOV)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Average Order Value</a:t>
            </a:r>
            <a:br/>
            <a:r>
              <a:t>= Doanh thu / Số đơn 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463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463040"/>
            <a:ext cx="73152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Arial"/>
              </a:defRPr>
            </a:pPr>
            <a:r>
              <a:t>👥 Khách hàng &amp; Kho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Tổng thành viên</a:t>
            </a:r>
            <a:br/>
            <a:r>
              <a:t>+ Sản phẩm hết hàng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0896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5E5E"/>
                </a:solidFill>
                <a:latin typeface="Arial"/>
              </a:defRPr>
            </a:pPr>
            <a:r>
              <a:t>▸  Biểu đồ 7 ngày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1546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Bar chart doanh thu 7 ngày gần nhất, highlight ngày hôm nay, hover tooltip hiển thị chi tiết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5760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5E5E"/>
                </a:solidFill>
                <a:latin typeface="Arial"/>
              </a:defRPr>
            </a:pPr>
            <a:r>
              <a:t>▸  Phễu đơn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03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Progress bars: Chờ xử lý → Đang giao → Giao thành công → Đã hủy (% từng trạng thái)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0624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5E5E"/>
                </a:solidFill>
                <a:latin typeface="Arial"/>
              </a:defRPr>
            </a:pPr>
            <a:r>
              <a:t>▸  Phân tích thanh toán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2519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So sánh VietQR vs COD: Số đơn, doanh thu. Tỷ lệ Đã thu / Chưa thu tiền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5E5E"/>
                </a:solidFill>
                <a:latin typeface="Arial"/>
              </a:defRPr>
            </a:pPr>
            <a:r>
              <a:t>▸  Top 5 bán chạy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800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Xếp hạng theo tổng số lượng bán ra (🥇🥈🥉), hiển thị hình ảnh + doanh số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0352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5E5E"/>
                </a:solidFill>
                <a:latin typeface="Arial"/>
              </a:defRPr>
            </a:pPr>
            <a:r>
              <a:t>▸  Quick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349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255"/>
                </a:solidFill>
                <a:latin typeface="Arial"/>
              </a:defRPr>
            </a:pPr>
            <a:r>
              <a:t>Nút duyệt giao / xác nhận đã giao ngay trên dashboard. Cảnh báo đơn chờ &amp; hết hàng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12 — TÌM KIẾM &amp; LỌC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Smart Search &amp; Filtering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🔍  Thuật toán tìm kiếm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Normalize Vietnamese: NFD → remove diacritics → lowercase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Tokenize query → tìm trong: name, category, description, sizes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Exact phrase match + All tokens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Scoring: exact name(200) &gt; startsWith(120) &gt; includes(80)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Sắp xếp kết quả theo search score giảm dần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🔧  Bộ lọc sản phẩm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Lọc theo Header Tab: TẤT CẢ, NAM, NỮ, TRẺ EM, PHỤ KIỆN, BST, GIẢM GIÁ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Lọc theo Sub-category (danh mục con)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Lọc theo Size: 35, 36, 37, 38, 39, 40, 41, 42, 43, 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Lọc theo khoảng giá (price range slider 0-5.000.000đ)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Quick filter: Tất cả, Bán chạy, Đang giảm giá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// Vietnamese search normalization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const normalizeVietnamese = (text) =&gt; text.normalize("NFD")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  .replace(/[\u0300-\u036f]/g, "").replace(/đ/g, "d").toLowerCase();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// Search scoring system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if (nameNorm === cleanQuery)           searchScore += 200;  // Exact match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else if (nameNorm.startsWith(query))   searchScore += 120;  // Starts with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else if (nameNorm.includes(query))     searchScore += 80;   // Contains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14B8A6"/>
                </a:solidFill>
                <a:latin typeface="Courier New"/>
              </a:defRPr>
            </a:pPr>
            <a:r>
              <a:t>if (catNorm.includes(query))           searchScore += 30;   // Category match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13 — HỆ THỐNG ĐÁNH GIÁ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Product Review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⭐  Quy trình đánh giá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1. User phải đăng nhập để đánh giá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2. Kiểm tra user đã mua sản phẩm (kiểm tra đơn DELIVERED)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3. Tìm đơn hàng theo email hoặc SĐT của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4. Lọc OrderItems có chứa productId đánh giá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5. Nếu hợp lệ → tạo Review (rating 1-5, comment)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6. Admin có thể xem và xóa đánh giá trong tab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🛡️  Validation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Chỉ đánh giá sản phẩm đã mua &amp; nhận hàng (DELIVERED)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Không cho đánh giá nếu chưa đăng nhập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Rating bắt buộc (1-5 sao), comment tùy chọn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Review hiển thị tên user + ngày +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Best seller sắp xếp theo số lượng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Admin dashboard hiển thị 5 review gần nhất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14 — UPLOAD ẢNH CLOUDINARY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Image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☁️  Cloudinary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Upload trực tiếp từ client → Cloudinary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Upload preset: 'lamdien_shop' (unsigned)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URL từ env: NEXT_PUBLIC_CLOUDINARY_URL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Trả về secure_url → lưu vào product.image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Hỗ trợ preview ảnh trước khi lưu sản phẩm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📸  Luồng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1. Admin chọn file ảnh từ input[type=file]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2. Tạo FormData: file + upload_preset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3. POST → Cloudinary API → nhận secure_url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4. Set prodForm.image = secure_url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5. Khi submit → lưu URL vào 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6. Web Shop load ảnh từ Cloudinary CDN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15 — RESPONSIVE &amp; UI/UX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Thiết kế giao diện người dùng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383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📱  Responsive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Mobile-first approach (TailwindCSS)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Mobile menu drawer (hamburger)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Mobile filter bottom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Breakpoints: sm, md, lg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Grid responsive: 1 → 2 → 4 cột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Touch-friendly buttons &amp; modals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46304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463040"/>
            <a:ext cx="338328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🎨  UI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Toast notification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402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Modal dialogs (form, detail, confirm)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Loading spinners (Loader2 animate)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889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Chống double-click (isSubmitting state)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63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Lucide React icon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ShadCN UI base components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46304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4630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✨  UX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Tìm kiếm real-time + pagination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2402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Size guide popup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Quick filter tabs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7889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Hover tooltips trên biểu đồ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063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Format tiền VND tự động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337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255"/>
                </a:solidFill>
                <a:latin typeface="Arial"/>
              </a:defRPr>
            </a:pPr>
            <a:r>
              <a:t>▸ Cảnh báo hết hàng, đơn chờ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3776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rial"/>
              </a:defRPr>
            </a:pPr>
            <a:r>
              <a:t>🎨  Design System:  Font Inter (Vietnamese)  ·  Color palette: Teal/Slate/Emerald  ·  Border radius 2xl-3xl  ·  Shadow-sm to shadow-2xl  ·  Glassmorphism (blur effects)  ·  Micro-animations (hover, fade-in, zoom-in)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5E5E"/>
                </a:solidFill>
                <a:latin typeface="Arial"/>
              </a:defRPr>
            </a:pPr>
            <a:r>
              <a:t>16 — TỔNG KẾT &amp;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✅  Kết quả đạt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Hoàn thiện website bán giày fullstack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Trang Web Shop đầy đủ chức năng mua sắm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Trang Admin Dashboard với KPIs &amp;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Hệ thống auth đa lớp (Admin JWT + User bcrypt + Google)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Tìm kiếm thông minh tiếng Việt + Bộ lọc nâng 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Giỏ hàng đồng bộ DB + Thanh toán COD/QR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Đánh giá sản phẩm với validation nghiệp vụ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53949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5E5E"/>
                </a:solidFill>
                <a:latin typeface="Arial"/>
              </a:defRPr>
            </a:pPr>
            <a:r>
              <a:t>🚀  Hướng phát triển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Tích hợp thanh toán thực (VNPay, MoMo, ZaloPay)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Notification realtime (WebSocket/SSE)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Trang chi tiết sản phẩm riêng (/product/[slug])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Phân quyền admin đa cấp (Super Admin, Staff)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Báo cáo xuất Excel/PDF cho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SEO optimization &amp; sitemap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255"/>
                </a:solidFill>
                <a:latin typeface="Arial"/>
              </a:defRPr>
            </a:pPr>
            <a:r>
              <a:t>▸ CI/CD pipeline &amp; Docker deployment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056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0D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6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18+ APIs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Endpoints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~3600 LOC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Frontend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3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2 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7 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Modules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2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1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CẢM ƠN THẦY/CÔ &amp; CÁC BẠN</a:t>
            </a:r>
            <a:br/>
            <a:r>
              <a:t>ĐÃ LẮNG NGHE!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Web Shop Giày Lam Điền — Đồ án Fullstack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Sinh viên: Quý Đạt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Arial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